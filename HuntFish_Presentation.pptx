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CA2D3C7-51DD-EF44-13CD-425455045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66544" y="1984249"/>
            <a:ext cx="85340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2536" y="466344"/>
            <a:ext cx="85340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"/>
              </a:defRPr>
            </a:pPr>
            <a:r>
              <a:rPr dirty="0"/>
              <a:t>ОХОТА</a:t>
            </a:r>
            <a:r>
              <a:rPr lang="ru-RU" dirty="0"/>
              <a:t> </a:t>
            </a:r>
            <a:r>
              <a:rPr dirty="0"/>
              <a:t>РЫБАЛКА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2536" y="1289304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4AF37"/>
                </a:solidFill>
                <a:latin typeface="Inter"/>
              </a:defRPr>
            </a:pPr>
            <a:r>
              <a:rPr dirty="0"/>
              <a:t>ИНТЕРНЕТ-МАГАЗИН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46504" y="2743200"/>
            <a:ext cx="853409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C45E"/>
                </a:solidFill>
                <a:latin typeface="Inter"/>
              </a:defRPr>
            </a:pPr>
            <a:r>
              <a:rPr lang="ru-RU" dirty="0"/>
              <a:t>титул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327993-AB05-AB99-9B5F-F9F262225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57600" y="544068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31920" y="54406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НАША</a:t>
            </a:r>
            <a:r>
              <a:rPr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D4AF37"/>
                </a:solidFill>
              </a:rPr>
              <a:t>КОМАНДА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75688"/>
            <a:ext cx="32004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2075688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2F"/>
                </a:solidFill>
                <a:latin typeface="Inter"/>
              </a:defRPr>
            </a:pPr>
            <a:r>
              <a:t>Анна Петрова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81528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E6B"/>
                </a:solidFill>
                <a:latin typeface="Inter"/>
              </a:defRPr>
            </a:pPr>
            <a:r>
              <a:t>HTML-верстальщик</a:t>
            </a:r>
            <a:br/>
            <a:r>
              <a:t>структура, семантика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75688"/>
            <a:ext cx="32004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0" y="2075688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2F"/>
                </a:solidFill>
                <a:latin typeface="Inter"/>
              </a:defRPr>
            </a:pPr>
            <a:r>
              <a:t>Иван Смирнов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081528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E6B"/>
                </a:solidFill>
                <a:latin typeface="Inter"/>
              </a:defRPr>
            </a:pPr>
            <a:r>
              <a:t>CSS-дизайнер</a:t>
            </a:r>
            <a:br/>
            <a:r>
              <a:t>стили, адаптив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75688"/>
            <a:ext cx="32004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0" y="2075688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2F"/>
                </a:solidFill>
                <a:latin typeface="Inter"/>
              </a:defRPr>
            </a:pPr>
            <a:r>
              <a:rPr dirty="0" err="1"/>
              <a:t>Ольга</a:t>
            </a:r>
            <a:r>
              <a:rPr dirty="0"/>
              <a:t> </a:t>
            </a:r>
            <a:r>
              <a:rPr dirty="0" err="1"/>
              <a:t>Кузнецова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961120" y="3081528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E6B"/>
                </a:solidFill>
                <a:latin typeface="Inter"/>
              </a:defRPr>
            </a:pPr>
            <a:r>
              <a:t>JavaScript-разработчик</a:t>
            </a:r>
            <a:br/>
            <a:r>
              <a:t>логика, интерфейс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5A276-715F-5E13-DFEE-ECE1A2361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682674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ЗАДАЧИ </a:t>
            </a:r>
            <a:r>
              <a:rPr dirty="0" err="1">
                <a:solidFill>
                  <a:srgbClr val="D4AF37"/>
                </a:solidFill>
              </a:rPr>
              <a:t>Ольги</a:t>
            </a:r>
            <a:r>
              <a:rPr dirty="0">
                <a:solidFill>
                  <a:srgbClr val="D4AF37"/>
                </a:solidFill>
              </a:rPr>
              <a:t> </a:t>
            </a:r>
            <a:r>
              <a:rPr dirty="0" err="1">
                <a:solidFill>
                  <a:srgbClr val="D4AF37"/>
                </a:solidFill>
              </a:rPr>
              <a:t>Кузнецовой</a:t>
            </a:r>
            <a:r>
              <a:rPr dirty="0">
                <a:solidFill>
                  <a:srgbClr val="D4AF37"/>
                </a:solidFill>
              </a:rPr>
              <a:t> (JavaScript)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411480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localStorage</a:t>
            </a:r>
            <a:r>
              <a:rPr dirty="0"/>
              <a:t> (</a:t>
            </a:r>
            <a:r>
              <a:rPr dirty="0" err="1"/>
              <a:t>корзина</a:t>
            </a:r>
            <a:r>
              <a:rPr dirty="0"/>
              <a:t>, </a:t>
            </a:r>
            <a:r>
              <a:rPr dirty="0" err="1"/>
              <a:t>избранное</a:t>
            </a:r>
            <a:r>
              <a:rPr dirty="0"/>
              <a:t>, </a:t>
            </a:r>
            <a:r>
              <a:rPr dirty="0" err="1"/>
              <a:t>сравнение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/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, </a:t>
            </a:r>
            <a:r>
              <a:rPr dirty="0" err="1"/>
              <a:t>синхронизация</a:t>
            </a:r>
            <a:r>
              <a:rPr dirty="0"/>
              <a:t> </a:t>
            </a:r>
            <a:r>
              <a:rPr dirty="0" err="1"/>
              <a:t>счётчиков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Динамическая</a:t>
            </a:r>
            <a:r>
              <a:rPr dirty="0"/>
              <a:t> </a:t>
            </a:r>
            <a:r>
              <a:rPr dirty="0" err="1"/>
              <a:t>фильтрация</a:t>
            </a:r>
            <a:r>
              <a:rPr dirty="0"/>
              <a:t> и </a:t>
            </a:r>
            <a:r>
              <a:rPr dirty="0" err="1"/>
              <a:t>сортировка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</a:t>
            </a:r>
            <a:r>
              <a:rPr dirty="0" err="1"/>
              <a:t>пагинация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Карусель</a:t>
            </a:r>
            <a:r>
              <a:rPr dirty="0"/>
              <a:t> и </a:t>
            </a:r>
            <a:r>
              <a:rPr dirty="0" err="1"/>
              <a:t>лента</a:t>
            </a:r>
            <a:r>
              <a:rPr dirty="0"/>
              <a:t> </a:t>
            </a:r>
            <a:r>
              <a:rPr dirty="0" err="1"/>
              <a:t>новостей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главной</a:t>
            </a:r>
            <a:r>
              <a:rPr dirty="0"/>
              <a:t> </a:t>
            </a:r>
            <a:r>
              <a:rPr dirty="0" err="1"/>
              <a:t>странице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Админ-панель</a:t>
            </a:r>
            <a:r>
              <a:rPr dirty="0"/>
              <a:t> </a:t>
            </a:r>
            <a:r>
              <a:rPr dirty="0" err="1"/>
              <a:t>редактирования</a:t>
            </a:r>
            <a:r>
              <a:rPr dirty="0"/>
              <a:t> </a:t>
            </a:r>
            <a:r>
              <a:rPr dirty="0" err="1"/>
              <a:t>контента</a:t>
            </a:r>
            <a:r>
              <a:rPr dirty="0"/>
              <a:t> (</a:t>
            </a:r>
            <a:r>
              <a:rPr dirty="0" err="1"/>
              <a:t>полнофункциональная</a:t>
            </a:r>
            <a:r>
              <a:rPr dirty="0"/>
              <a:t> SPA)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тосты</a:t>
            </a:r>
            <a:r>
              <a:rPr dirty="0"/>
              <a:t>,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карточек</a:t>
            </a:r>
            <a:r>
              <a:rPr dirty="0"/>
              <a:t> </a:t>
            </a:r>
            <a:r>
              <a:rPr dirty="0" err="1"/>
              <a:t>товаров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C6E21BD-059D-38E2-3D6C-C3000E3F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ЛОГИКА: common.js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D4AF37"/>
                </a:solidFill>
                <a:latin typeface="Consolas"/>
              </a:defRPr>
            </a:pPr>
            <a:r>
              <a:t>function addToCart(id, name) {</a:t>
            </a:r>
          </a:p>
          <a:p>
            <a:pPr>
              <a:defRPr sz="1200">
                <a:solidFill>
                  <a:srgbClr val="D4AF37"/>
                </a:solidFill>
                <a:latin typeface="Consolas"/>
              </a:defRPr>
            </a:pPr>
            <a:r>
              <a:t>  let cart = getArray(STORAGE_KEYS.CART);</a:t>
            </a:r>
          </a:p>
          <a:p>
            <a:pPr>
              <a:defRPr sz="1200">
                <a:solidFill>
                  <a:srgbClr val="A5C261"/>
                </a:solidFill>
                <a:latin typeface="Consolas"/>
              </a:defRPr>
            </a:pPr>
            <a:r>
              <a:t>  if (typeof cart[0] === 'number') cart = cart.map(id =&gt; ({id, quantity: 1}));</a:t>
            </a:r>
          </a:p>
          <a:p>
            <a:pPr>
              <a:defRPr sz="1200">
                <a:solidFill>
                  <a:srgbClr val="D4AF37"/>
                </a:solidFill>
                <a:latin typeface="Consolas"/>
              </a:defRPr>
            </a:pPr>
            <a:r>
              <a:t>  const existing = cart.find(item =&gt; item.id === id);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if (existing) existing.quantity += 1;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else cart.push({id, quantity: 1});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setArray(STORAGE_KEYS.CART, cart);</a:t>
            </a:r>
          </a:p>
          <a:p>
            <a:pPr>
              <a:defRPr sz="1200">
                <a:solidFill>
                  <a:srgbClr val="A5C261"/>
                </a:solidFill>
                <a:latin typeface="Consolas"/>
              </a:defRPr>
            </a:pPr>
            <a:r>
              <a:t>  showToast(`🛒 ${name} добавлен в корзину`);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E6B"/>
                </a:solidFill>
                <a:latin typeface="Inter"/>
              </a:defRPr>
            </a:pPr>
            <a:r>
              <a:t>// фрагмент common.js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2B081D-9359-CCFC-A456-F135045D7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2688" y="6858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ЗАДАЧИ </a:t>
            </a:r>
            <a:r>
              <a:rPr dirty="0" err="1">
                <a:solidFill>
                  <a:srgbClr val="D4AF37"/>
                </a:solidFill>
              </a:rPr>
              <a:t>Ольги</a:t>
            </a:r>
            <a:r>
              <a:rPr dirty="0">
                <a:solidFill>
                  <a:srgbClr val="D4AF37"/>
                </a:solidFill>
              </a:rPr>
              <a:t> </a:t>
            </a:r>
            <a:r>
              <a:rPr dirty="0" err="1">
                <a:solidFill>
                  <a:srgbClr val="D4AF37"/>
                </a:solidFill>
              </a:rPr>
              <a:t>Кузнецовой</a:t>
            </a:r>
            <a:r>
              <a:rPr dirty="0">
                <a:solidFill>
                  <a:srgbClr val="D4AF37"/>
                </a:solidFill>
              </a:rPr>
              <a:t> (JavaScript)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411480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localStorage</a:t>
            </a:r>
            <a:r>
              <a:rPr dirty="0"/>
              <a:t> (</a:t>
            </a:r>
            <a:r>
              <a:rPr dirty="0" err="1"/>
              <a:t>корзина</a:t>
            </a:r>
            <a:r>
              <a:rPr dirty="0"/>
              <a:t>, </a:t>
            </a:r>
            <a:r>
              <a:rPr dirty="0" err="1"/>
              <a:t>избранное</a:t>
            </a:r>
            <a:r>
              <a:rPr dirty="0"/>
              <a:t>, </a:t>
            </a:r>
            <a:r>
              <a:rPr dirty="0" err="1"/>
              <a:t>сравнение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/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, </a:t>
            </a:r>
            <a:r>
              <a:rPr dirty="0" err="1"/>
              <a:t>синхронизация</a:t>
            </a:r>
            <a:r>
              <a:rPr dirty="0"/>
              <a:t> </a:t>
            </a:r>
            <a:r>
              <a:rPr dirty="0" err="1"/>
              <a:t>счётчиков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Динамическая</a:t>
            </a:r>
            <a:r>
              <a:rPr dirty="0"/>
              <a:t> </a:t>
            </a:r>
            <a:r>
              <a:rPr dirty="0" err="1"/>
              <a:t>фильтрация</a:t>
            </a:r>
            <a:r>
              <a:rPr dirty="0"/>
              <a:t> и </a:t>
            </a:r>
            <a:r>
              <a:rPr dirty="0" err="1"/>
              <a:t>сортировка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</a:t>
            </a:r>
            <a:r>
              <a:rPr dirty="0" err="1"/>
              <a:t>пагинация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Карусель</a:t>
            </a:r>
            <a:r>
              <a:rPr dirty="0"/>
              <a:t> и </a:t>
            </a:r>
            <a:r>
              <a:rPr dirty="0" err="1"/>
              <a:t>лента</a:t>
            </a:r>
            <a:r>
              <a:rPr dirty="0"/>
              <a:t> </a:t>
            </a:r>
            <a:r>
              <a:rPr dirty="0" err="1"/>
              <a:t>новостей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главной</a:t>
            </a:r>
            <a:r>
              <a:rPr dirty="0"/>
              <a:t> </a:t>
            </a:r>
            <a:r>
              <a:rPr dirty="0" err="1"/>
              <a:t>странице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Админ-панель</a:t>
            </a:r>
            <a:r>
              <a:rPr dirty="0"/>
              <a:t> </a:t>
            </a:r>
            <a:r>
              <a:rPr dirty="0" err="1"/>
              <a:t>редактирования</a:t>
            </a:r>
            <a:r>
              <a:rPr dirty="0"/>
              <a:t> </a:t>
            </a:r>
            <a:r>
              <a:rPr dirty="0" err="1"/>
              <a:t>контента</a:t>
            </a:r>
            <a:r>
              <a:rPr dirty="0"/>
              <a:t> (</a:t>
            </a:r>
            <a:r>
              <a:rPr dirty="0" err="1"/>
              <a:t>полнофункциональная</a:t>
            </a:r>
            <a:r>
              <a:rPr dirty="0"/>
              <a:t> SPA)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тосты</a:t>
            </a:r>
            <a:r>
              <a:rPr dirty="0"/>
              <a:t>,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карточек</a:t>
            </a:r>
            <a:r>
              <a:rPr dirty="0"/>
              <a:t> </a:t>
            </a:r>
            <a:r>
              <a:rPr dirty="0" err="1"/>
              <a:t>товаров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5940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0C747B-C17A-99C2-1B24-DFEA2F50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ЛОГИКА: common.js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D4AF37"/>
                </a:solidFill>
                <a:latin typeface="Consolas"/>
              </a:defRPr>
            </a:pPr>
            <a:r>
              <a:t>function addToCart(id, name) {</a:t>
            </a:r>
          </a:p>
          <a:p>
            <a:pPr>
              <a:defRPr sz="1200">
                <a:solidFill>
                  <a:srgbClr val="D4AF37"/>
                </a:solidFill>
                <a:latin typeface="Consolas"/>
              </a:defRPr>
            </a:pPr>
            <a:r>
              <a:t>  let cart = getArray(STORAGE_KEYS.CART);</a:t>
            </a:r>
          </a:p>
          <a:p>
            <a:pPr>
              <a:defRPr sz="1200">
                <a:solidFill>
                  <a:srgbClr val="A5C261"/>
                </a:solidFill>
                <a:latin typeface="Consolas"/>
              </a:defRPr>
            </a:pPr>
            <a:r>
              <a:t>  if (typeof cart[0] === 'number') cart = cart.map(id =&gt; ({id, quantity: 1}));</a:t>
            </a:r>
          </a:p>
          <a:p>
            <a:pPr>
              <a:defRPr sz="1200">
                <a:solidFill>
                  <a:srgbClr val="D4AF37"/>
                </a:solidFill>
                <a:latin typeface="Consolas"/>
              </a:defRPr>
            </a:pPr>
            <a:r>
              <a:t>  const existing = cart.find(item =&gt; item.id === id);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if (existing) existing.quantity += 1;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else cart.push({id, quantity: 1});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setArray(STORAGE_KEYS.CART, cart);</a:t>
            </a:r>
          </a:p>
          <a:p>
            <a:pPr>
              <a:defRPr sz="1200">
                <a:solidFill>
                  <a:srgbClr val="A5C261"/>
                </a:solidFill>
                <a:latin typeface="Consolas"/>
              </a:defRPr>
            </a:pPr>
            <a:r>
              <a:t>  showToast(`🛒 ${name} добавлен в корзину`);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E6B"/>
                </a:solidFill>
                <a:latin typeface="Inter"/>
              </a:defRPr>
            </a:pPr>
            <a:r>
              <a:t>// фрагмент common.js</a:t>
            </a:r>
          </a:p>
        </p:txBody>
      </p:sp>
    </p:spTree>
    <p:extLst>
      <p:ext uri="{BB962C8B-B14F-4D97-AF65-F5344CB8AC3E}">
        <p14:creationId xmlns:p14="http://schemas.microsoft.com/office/powerpoint/2010/main" val="5957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2B0037-67B4-E3FC-0786-EB7DEE96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ЗАДАЧИ </a:t>
            </a:r>
            <a:r>
              <a:rPr dirty="0" err="1">
                <a:solidFill>
                  <a:srgbClr val="D4AF37"/>
                </a:solidFill>
              </a:rPr>
              <a:t>Ольги</a:t>
            </a:r>
            <a:r>
              <a:rPr dirty="0">
                <a:solidFill>
                  <a:srgbClr val="D4AF37"/>
                </a:solidFill>
              </a:rPr>
              <a:t> </a:t>
            </a:r>
            <a:r>
              <a:rPr dirty="0" err="1">
                <a:solidFill>
                  <a:srgbClr val="D4AF37"/>
                </a:solidFill>
              </a:rPr>
              <a:t>Кузнецовой</a:t>
            </a:r>
            <a:r>
              <a:rPr dirty="0">
                <a:solidFill>
                  <a:srgbClr val="D4AF37"/>
                </a:solidFill>
              </a:rPr>
              <a:t> (JavaScript)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4114800"/>
          </a:xfrm>
          <a:prstGeom prst="roundRect">
            <a:avLst>
              <a:gd name="adj" fmla="val 755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localStorage</a:t>
            </a:r>
            <a:r>
              <a:rPr dirty="0"/>
              <a:t> (</a:t>
            </a:r>
            <a:r>
              <a:rPr dirty="0" err="1"/>
              <a:t>корзина</a:t>
            </a:r>
            <a:r>
              <a:rPr dirty="0"/>
              <a:t>, </a:t>
            </a:r>
            <a:r>
              <a:rPr dirty="0" err="1"/>
              <a:t>избранное</a:t>
            </a:r>
            <a:r>
              <a:rPr dirty="0"/>
              <a:t>, </a:t>
            </a:r>
            <a:r>
              <a:rPr dirty="0" err="1"/>
              <a:t>сравнение</a:t>
            </a:r>
            <a:r>
              <a:rPr dirty="0"/>
              <a:t>, </a:t>
            </a:r>
            <a:r>
              <a:rPr dirty="0" err="1"/>
              <a:t>каталог</a:t>
            </a:r>
            <a:r>
              <a:rPr dirty="0"/>
              <a:t>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Функции</a:t>
            </a:r>
            <a:r>
              <a:rPr dirty="0"/>
              <a:t> </a:t>
            </a:r>
            <a:r>
              <a:rPr dirty="0" err="1"/>
              <a:t>добавления</a:t>
            </a:r>
            <a:r>
              <a:rPr dirty="0"/>
              <a:t>/</a:t>
            </a:r>
            <a:r>
              <a:rPr dirty="0" err="1"/>
              <a:t>удаления</a:t>
            </a:r>
            <a:r>
              <a:rPr dirty="0"/>
              <a:t> </a:t>
            </a:r>
            <a:r>
              <a:rPr dirty="0" err="1"/>
              <a:t>товаров</a:t>
            </a:r>
            <a:r>
              <a:rPr dirty="0"/>
              <a:t>, </a:t>
            </a:r>
            <a:r>
              <a:rPr dirty="0" err="1"/>
              <a:t>синхронизация</a:t>
            </a:r>
            <a:r>
              <a:rPr dirty="0"/>
              <a:t> </a:t>
            </a:r>
            <a:r>
              <a:rPr dirty="0" err="1"/>
              <a:t>счётчиков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Динамическая</a:t>
            </a:r>
            <a:r>
              <a:rPr dirty="0"/>
              <a:t> </a:t>
            </a:r>
            <a:r>
              <a:rPr dirty="0" err="1"/>
              <a:t>фильтрация</a:t>
            </a:r>
            <a:r>
              <a:rPr dirty="0"/>
              <a:t> и </a:t>
            </a:r>
            <a:r>
              <a:rPr dirty="0" err="1"/>
              <a:t>сортировка</a:t>
            </a:r>
            <a:r>
              <a:rPr dirty="0"/>
              <a:t> </a:t>
            </a:r>
            <a:r>
              <a:rPr dirty="0" err="1"/>
              <a:t>каталога</a:t>
            </a:r>
            <a:r>
              <a:rPr dirty="0"/>
              <a:t>, </a:t>
            </a:r>
            <a:r>
              <a:rPr dirty="0" err="1"/>
              <a:t>пагинация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Карусель</a:t>
            </a:r>
            <a:r>
              <a:rPr dirty="0"/>
              <a:t> и </a:t>
            </a:r>
            <a:r>
              <a:rPr dirty="0" err="1"/>
              <a:t>лента</a:t>
            </a:r>
            <a:r>
              <a:rPr dirty="0"/>
              <a:t> </a:t>
            </a:r>
            <a:r>
              <a:rPr dirty="0" err="1"/>
              <a:t>новостей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главной</a:t>
            </a:r>
            <a:r>
              <a:rPr dirty="0"/>
              <a:t> </a:t>
            </a:r>
            <a:r>
              <a:rPr dirty="0" err="1"/>
              <a:t>странице</a:t>
            </a:r>
            <a:endParaRPr dirty="0"/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Админ-панель</a:t>
            </a:r>
            <a:r>
              <a:rPr dirty="0"/>
              <a:t> </a:t>
            </a:r>
            <a:r>
              <a:rPr dirty="0" err="1"/>
              <a:t>редактирования</a:t>
            </a:r>
            <a:r>
              <a:rPr dirty="0"/>
              <a:t> </a:t>
            </a:r>
            <a:r>
              <a:rPr dirty="0" err="1"/>
              <a:t>контента</a:t>
            </a:r>
            <a:r>
              <a:rPr dirty="0"/>
              <a:t> (</a:t>
            </a:r>
            <a:r>
              <a:rPr dirty="0" err="1"/>
              <a:t>полнофункциональная</a:t>
            </a:r>
            <a:r>
              <a:rPr dirty="0"/>
              <a:t> SPA)</a:t>
            </a:r>
          </a:p>
          <a:p>
            <a:pPr algn="ctr">
              <a:spcAft>
                <a:spcPts val="1000"/>
              </a:spcAft>
              <a:defRPr sz="1800">
                <a:solidFill>
                  <a:srgbClr val="2C3E2F"/>
                </a:solidFill>
                <a:latin typeface="Inter"/>
              </a:defRPr>
            </a:pPr>
            <a:r>
              <a:rPr dirty="0"/>
              <a:t>• </a:t>
            </a:r>
            <a:r>
              <a:rPr dirty="0" err="1"/>
              <a:t>Поиск</a:t>
            </a:r>
            <a:r>
              <a:rPr dirty="0"/>
              <a:t>, </a:t>
            </a:r>
            <a:r>
              <a:rPr dirty="0" err="1"/>
              <a:t>тосты</a:t>
            </a:r>
            <a:r>
              <a:rPr dirty="0"/>
              <a:t>, </a:t>
            </a:r>
            <a:r>
              <a:rPr dirty="0" err="1"/>
              <a:t>обработка</a:t>
            </a:r>
            <a:r>
              <a:rPr dirty="0"/>
              <a:t> </a:t>
            </a:r>
            <a:r>
              <a:rPr dirty="0" err="1"/>
              <a:t>событий</a:t>
            </a:r>
            <a:r>
              <a:rPr dirty="0"/>
              <a:t> </a:t>
            </a:r>
            <a:r>
              <a:rPr dirty="0" err="1"/>
              <a:t>карточек</a:t>
            </a:r>
            <a:r>
              <a:rPr dirty="0"/>
              <a:t> </a:t>
            </a:r>
            <a:r>
              <a:rPr dirty="0" err="1"/>
              <a:t>товаров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4116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0DD47F-8A2F-3C83-34BF-BD141F1E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ЛОГИКА: common.js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D4AF37"/>
                </a:solidFill>
                <a:latin typeface="Consolas"/>
              </a:defRPr>
            </a:pPr>
            <a:r>
              <a:t>function addToCart(id, name) {</a:t>
            </a:r>
          </a:p>
          <a:p>
            <a:pPr>
              <a:defRPr sz="1200">
                <a:solidFill>
                  <a:srgbClr val="D4AF37"/>
                </a:solidFill>
                <a:latin typeface="Consolas"/>
              </a:defRPr>
            </a:pPr>
            <a:r>
              <a:t>  let cart = getArray(STORAGE_KEYS.CART);</a:t>
            </a:r>
          </a:p>
          <a:p>
            <a:pPr>
              <a:defRPr sz="1200">
                <a:solidFill>
                  <a:srgbClr val="A5C261"/>
                </a:solidFill>
                <a:latin typeface="Consolas"/>
              </a:defRPr>
            </a:pPr>
            <a:r>
              <a:t>  if (typeof cart[0] === 'number') cart = cart.map(id =&gt; ({id, quantity: 1}));</a:t>
            </a:r>
          </a:p>
          <a:p>
            <a:pPr>
              <a:defRPr sz="1200">
                <a:solidFill>
                  <a:srgbClr val="D4AF37"/>
                </a:solidFill>
                <a:latin typeface="Consolas"/>
              </a:defRPr>
            </a:pPr>
            <a:r>
              <a:t>  const existing = cart.find(item =&gt; item.id === id);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if (existing) existing.quantity += 1;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else cart.push({id, quantity: 1});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  setArray(STORAGE_KEYS.CART, cart);</a:t>
            </a:r>
          </a:p>
          <a:p>
            <a:pPr>
              <a:defRPr sz="1200">
                <a:solidFill>
                  <a:srgbClr val="A5C261"/>
                </a:solidFill>
                <a:latin typeface="Consolas"/>
              </a:defRPr>
            </a:pPr>
            <a:r>
              <a:t>  showToast(`🛒 ${name} добавлен в корзину`);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E6B"/>
                </a:solidFill>
                <a:latin typeface="Inter"/>
              </a:defRPr>
            </a:pPr>
            <a:r>
              <a:t>// фрагмент common.js</a:t>
            </a:r>
          </a:p>
        </p:txBody>
      </p:sp>
    </p:spTree>
    <p:extLst>
      <p:ext uri="{BB962C8B-B14F-4D97-AF65-F5344CB8AC3E}">
        <p14:creationId xmlns:p14="http://schemas.microsoft.com/office/powerpoint/2010/main" val="270633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C05A7F-B5E1-F537-C10E-CD44E428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31520" y="731520"/>
            <a:ext cx="73152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2F"/>
                </a:solidFill>
                <a:latin typeface="Inter"/>
              </a:defRPr>
            </a:pPr>
            <a:r>
              <a:rPr dirty="0">
                <a:solidFill>
                  <a:srgbClr val="D4AF37"/>
                </a:solidFill>
              </a:rPr>
              <a:t>СКРИНШОТЫ САЙТА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45720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B6E6B"/>
                </a:solidFill>
              </a:defRPr>
            </a:pPr>
            <a:r>
              <a:rPr dirty="0"/>
              <a:t>🖼️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страница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71600" y="5394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2F"/>
                </a:solidFill>
                <a:latin typeface="Inter"/>
              </a:defRPr>
            </a:pPr>
            <a:r>
              <a:rPr dirty="0" err="1">
                <a:solidFill>
                  <a:srgbClr val="D4AF37"/>
                </a:solidFill>
              </a:rPr>
              <a:t>Главная</a:t>
            </a:r>
            <a:r>
              <a:rPr dirty="0">
                <a:solidFill>
                  <a:srgbClr val="D4AF37"/>
                </a:solidFill>
              </a:rPr>
              <a:t> </a:t>
            </a:r>
            <a:r>
              <a:rPr dirty="0" err="1">
                <a:solidFill>
                  <a:srgbClr val="D4AF37"/>
                </a:solidFill>
              </a:rPr>
              <a:t>страница</a:t>
            </a:r>
            <a:endParaRPr dirty="0">
              <a:solidFill>
                <a:srgbClr val="D4AF3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45720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B6E6B"/>
                </a:solidFill>
              </a:defRPr>
            </a:pPr>
            <a:r>
              <a:rPr dirty="0"/>
              <a:t>🖼️ К</a:t>
            </a:r>
            <a:r>
              <a:rPr lang="ru-RU" dirty="0" err="1"/>
              <a:t>аталог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858000" y="53949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2F"/>
                </a:solidFill>
                <a:latin typeface="Inter"/>
              </a:defRPr>
            </a:pPr>
            <a:r>
              <a:rPr lang="ru-RU" dirty="0">
                <a:solidFill>
                  <a:srgbClr val="D4AF37"/>
                </a:solidFill>
              </a:rPr>
              <a:t>Катало</a:t>
            </a:r>
            <a:r>
              <a:rPr lang="ru-RU" dirty="0"/>
              <a:t>г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C98C1D-7097-2F78-7E38-AEC8C7F8D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28799" y="1289587"/>
            <a:ext cx="85340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798" y="2514883"/>
            <a:ext cx="85340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799" y="1472467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Inter"/>
              </a:defRPr>
            </a:pPr>
            <a:r>
              <a:rPr dirty="0"/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576</Words>
  <Application>Microsoft Office PowerPoint</Application>
  <PresentationFormat>Широкоэкранный</PresentationFormat>
  <Paragraphs>70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Fogi</cp:lastModifiedBy>
  <cp:revision>3</cp:revision>
  <dcterms:created xsi:type="dcterms:W3CDTF">2013-01-27T09:14:16Z</dcterms:created>
  <dcterms:modified xsi:type="dcterms:W3CDTF">2026-05-04T20:08:16Z</dcterms:modified>
  <cp:category/>
</cp:coreProperties>
</file>